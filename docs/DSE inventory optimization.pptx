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_rels/presentation.xml.rels" ContentType="application/vnd.openxmlformats-package.relationships+xml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8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</p:sldMasterIdLst>
  <p:sldIdLst>
    <p:sldId id="256" r:id="rId22"/>
    <p:sldId id="257" r:id="rId23"/>
    <p:sldId id="258" r:id="rId24"/>
    <p:sldId id="259" r:id="rId25"/>
    <p:sldId id="260" r:id="rId2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7B5AA9-7D25-45B5-B41A-7C6A8E1AA0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DD8963-99E6-4604-A90A-9B661B1EA0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F48F5DE-9D4D-444B-A224-6F7A5364DE3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72490BE-5B21-44EB-842A-706DC9906A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6FC4BD0F-EFA3-4B69-86A2-F87F0B6105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ext und Bild, Titel/Untert. 1-/2-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6BC2F66-FFD5-4874-8675-411FE92F43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45B25EAD-D7C3-47B1-8315-BCCAB8F818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, Titel/Untert. 1-/2-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F4CED540-B548-4AB4-9219-C9D2D4AFCF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152CB70-0561-4496-8CAC-43088A1B6E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ut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DEFB86B3-8366-40CD-96D7-972FCA94B3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 he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8F3C37C-EAFF-4911-873B-F6EE8FD3A4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197B7430-8F9E-48B2-9DDD-0A423A327D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a_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, Titel/Untert. 1-/2-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EEAB2E64-5022-4871-A797-74E13D4F15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DB744FF7-D884-425D-AB92-69D755FEB7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Aufzählung, Titel/Untert. 1-/2-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BF861C9D-CDC7-44A3-9768-345E9CCEECB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B96CBC29-CE39-4CB9-A087-056007B27F0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ei Inhalte, Titel/Untert. 1-/2-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3F66C090-4C98-4435-8C22-62655A37B4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image" Target="../media/image2.wmf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wmf"/><Relationship Id="rId3" Type="http://schemas.openxmlformats.org/officeDocument/2006/relationships/image" Target="../media/image3.wmf"/><Relationship Id="rId4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wmf"/><Relationship Id="rId3" Type="http://schemas.openxmlformats.org/officeDocument/2006/relationships/image" Target="../media/image3.wmf"/><Relationship Id="rId4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wmf"/><Relationship Id="rId3" Type="http://schemas.openxmlformats.org/officeDocument/2006/relationships/image" Target="../media/image4.wmf"/><Relationship Id="rId4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wmf"/><Relationship Id="rId3" Type="http://schemas.openxmlformats.org/officeDocument/2006/relationships/image" Target="../media/image3.wmf"/><Relationship Id="rId4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15880" y="1268640"/>
            <a:ext cx="11159640" cy="20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5200" anchor="b">
            <a:noAutofit/>
          </a:bodyPr>
          <a:p>
            <a:pPr indent="0" defTabSz="914400">
              <a:lnSpc>
                <a:spcPts val="5400"/>
              </a:lnSpc>
              <a:buNone/>
              <a:tabLst>
                <a:tab algn="l" pos="216000"/>
              </a:tabLst>
            </a:pPr>
            <a:r>
              <a:rPr b="0" lang="de-DE" sz="4600" spc="-21" strike="noStrike">
                <a:solidFill>
                  <a:schemeClr val="lt1"/>
                </a:solidFill>
                <a:latin typeface="Mont AS"/>
              </a:rPr>
              <a:t>Mastertitelformat bearbeiten</a:t>
            </a:r>
            <a:endParaRPr b="0" lang="de-DE" sz="4600" spc="-1" strike="noStrike">
              <a:solidFill>
                <a:schemeClr val="dk1"/>
              </a:solidFill>
              <a:latin typeface="Mont AS"/>
            </a:endParaRPr>
          </a:p>
        </p:txBody>
      </p:sp>
      <p:pic>
        <p:nvPicPr>
          <p:cNvPr id="2" name="Grafik 7" descr=""/>
          <p:cNvPicPr/>
          <p:nvPr/>
        </p:nvPicPr>
        <p:blipFill>
          <a:blip r:embed="rId3"/>
          <a:stretch/>
        </p:blipFill>
        <p:spPr>
          <a:xfrm>
            <a:off x="471600" y="378720"/>
            <a:ext cx="3187080" cy="4932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 rot="660000">
            <a:off x="9441720" y="3186720"/>
            <a:ext cx="1391760" cy="401364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180000" rIns="108000" tIns="0" bIns="36000" anchor="ctr">
            <a:noAutofit/>
          </a:bodyPr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chemeClr val="lt1"/>
                </a:solidFill>
                <a:latin typeface="Mont AS Heavy"/>
              </a:rPr>
              <a:t>date ~</a:t>
            </a:r>
            <a:endParaRPr b="0" lang="de-DE" sz="26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 rot="21360000">
            <a:off x="9854640" y="2683800"/>
            <a:ext cx="1547280" cy="4013640"/>
          </a:xfrm>
          <a:prstGeom prst="rect">
            <a:avLst/>
          </a:prstGeom>
          <a:solidFill>
            <a:srgbClr val="00ff00"/>
          </a:solidFill>
          <a:ln w="0">
            <a:noFill/>
          </a:ln>
        </p:spPr>
        <p:txBody>
          <a:bodyPr lIns="180000" rIns="108000" tIns="0" bIns="36000" anchor="ctr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chemeClr val="dk2"/>
                </a:solidFill>
                <a:latin typeface="Mont AS Heavy"/>
              </a:rPr>
              <a:t>place ~</a:t>
            </a:r>
            <a:endParaRPr b="0" lang="de-DE" sz="26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body"/>
          </p:nvPr>
        </p:nvSpPr>
        <p:spPr>
          <a:xfrm>
            <a:off x="515880" y="1844640"/>
            <a:ext cx="4679640" cy="50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2"/>
                </a:solidFill>
                <a:latin typeface="Mont AS"/>
              </a:rPr>
              <a:t>Mastertextformat bearbeiten</a:t>
            </a:r>
            <a:endParaRPr b="0" lang="de-DE" sz="16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15880" y="2349360"/>
            <a:ext cx="4679640" cy="35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1" marL="216000" indent="-216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2" marL="216000" indent="-216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3" marL="216000" indent="-216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4" marL="216000" indent="-216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375160" y="1844640"/>
            <a:ext cx="6300360" cy="50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de-DE" sz="1600" spc="-1" strike="noStrike">
                <a:solidFill>
                  <a:schemeClr val="dk2"/>
                </a:solidFill>
                <a:latin typeface="Mont AS"/>
              </a:rPr>
              <a:t>Mastertextformat bearbeiten</a:t>
            </a:r>
            <a:endParaRPr b="0" lang="de-DE" sz="16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5375160" y="2349360"/>
            <a:ext cx="6300360" cy="35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1" marL="216000" indent="-216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2" marL="216000" indent="-216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3" marL="216000" indent="-216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4" marL="216000" indent="-216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dt" idx="1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ftr" idx="2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sldNum" idx="3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EA08B0FF-FC57-49C2-A1D2-9F9716758B14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4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5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6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30F2E3AD-AC32-477C-B689-9B99142CE30F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body"/>
          </p:nvPr>
        </p:nvSpPr>
        <p:spPr>
          <a:xfrm>
            <a:off x="515880" y="2130840"/>
            <a:ext cx="3058920" cy="28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de-DE" sz="1800" spc="-1" strike="noStrike">
                <a:solidFill>
                  <a:schemeClr val="dk2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body"/>
          </p:nvPr>
        </p:nvSpPr>
        <p:spPr>
          <a:xfrm>
            <a:off x="3755880" y="2130840"/>
            <a:ext cx="3058920" cy="28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de-DE" sz="1800" spc="-1" strike="noStrike">
                <a:solidFill>
                  <a:schemeClr val="dk2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23" name="PlaceHolder 8"/>
          <p:cNvSpPr>
            <a:spLocks noGrp="1"/>
          </p:cNvSpPr>
          <p:nvPr>
            <p:ph type="body"/>
          </p:nvPr>
        </p:nvSpPr>
        <p:spPr>
          <a:xfrm>
            <a:off x="6996240" y="2130840"/>
            <a:ext cx="3058920" cy="288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 algn="ct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de-DE" sz="1800" spc="-1" strike="noStrike">
                <a:solidFill>
                  <a:schemeClr val="dk2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24" name="PlaceHolder 9"/>
          <p:cNvSpPr>
            <a:spLocks noGrp="1"/>
          </p:cNvSpPr>
          <p:nvPr>
            <p:ph type="body"/>
          </p:nvPr>
        </p:nvSpPr>
        <p:spPr>
          <a:xfrm>
            <a:off x="515880" y="2673000"/>
            <a:ext cx="3058920" cy="320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500" spc="-1" strike="noStrike">
                <a:solidFill>
                  <a:schemeClr val="dk1"/>
                </a:solidFill>
                <a:latin typeface="Mont AS"/>
              </a:rPr>
              <a:t>Diagramm durch Klicken auf Symbol hinzufügen</a:t>
            </a:r>
            <a:endParaRPr b="0" lang="de-DE" sz="15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25" name="PlaceHolder 10"/>
          <p:cNvSpPr>
            <a:spLocks noGrp="1"/>
          </p:cNvSpPr>
          <p:nvPr>
            <p:ph type="body"/>
          </p:nvPr>
        </p:nvSpPr>
        <p:spPr>
          <a:xfrm>
            <a:off x="3755880" y="2673000"/>
            <a:ext cx="3058920" cy="320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500" spc="-1" strike="noStrike">
                <a:solidFill>
                  <a:schemeClr val="dk1"/>
                </a:solidFill>
                <a:latin typeface="Mont AS"/>
              </a:rPr>
              <a:t>Diagramm durch Klicken auf Symbol hinzufügen</a:t>
            </a:r>
            <a:endParaRPr b="0" lang="de-DE" sz="15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26" name="PlaceHolder 11"/>
          <p:cNvSpPr>
            <a:spLocks noGrp="1"/>
          </p:cNvSpPr>
          <p:nvPr>
            <p:ph type="body"/>
          </p:nvPr>
        </p:nvSpPr>
        <p:spPr>
          <a:xfrm>
            <a:off x="6996240" y="2673000"/>
            <a:ext cx="3058920" cy="3203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500" spc="-1" strike="noStrike">
                <a:solidFill>
                  <a:schemeClr val="dk1"/>
                </a:solidFill>
                <a:latin typeface="Mont AS"/>
              </a:rPr>
              <a:t>Diagramm durch Klicken auf Symbol hinzufügen</a:t>
            </a:r>
            <a:endParaRPr b="0" lang="de-DE" sz="15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dt" idx="7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ftr" idx="8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sldNum" idx="9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B718D530-76A4-4903-BEC2-FD78E3BF7789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body"/>
          </p:nvPr>
        </p:nvSpPr>
        <p:spPr>
          <a:xfrm>
            <a:off x="515880" y="1844640"/>
            <a:ext cx="11159640" cy="295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500" spc="-1" strike="noStrike">
                <a:solidFill>
                  <a:schemeClr val="dk1"/>
                </a:solidFill>
                <a:latin typeface="Mont AS"/>
              </a:rPr>
              <a:t>Tabelle durch Klicken auf Symbol hinzufügen</a:t>
            </a:r>
            <a:endParaRPr b="0" lang="de-DE" sz="15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34" name="PlaceHolder 7"/>
          <p:cNvSpPr>
            <a:spLocks noGrp="1"/>
          </p:cNvSpPr>
          <p:nvPr>
            <p:ph type="body"/>
          </p:nvPr>
        </p:nvSpPr>
        <p:spPr>
          <a:xfrm>
            <a:off x="515880" y="4797360"/>
            <a:ext cx="791964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288000" bIns="0" anchor="t">
            <a:noAutofit/>
          </a:bodyPr>
          <a:p>
            <a:pPr marL="180000" indent="-18000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000" spc="-1" strike="noStrike">
                <a:solidFill>
                  <a:schemeClr val="dk1"/>
                </a:solidFill>
                <a:latin typeface="Mont AS"/>
              </a:rPr>
              <a:t>Fußnoten eingeben</a:t>
            </a:r>
            <a:endParaRPr b="0" lang="de-DE" sz="10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791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dt" idx="10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11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12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DADD5EAD-5862-40F9-803E-C31FCD56DD4C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515880" y="880920"/>
            <a:ext cx="791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5375160" y="1844640"/>
            <a:ext cx="6300360" cy="295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500" spc="-1" strike="noStrike">
                <a:solidFill>
                  <a:schemeClr val="dk1"/>
                </a:solidFill>
                <a:latin typeface="Mont AS"/>
              </a:rPr>
              <a:t>Tabelle durch Klicken auf Symbol hinzufügen</a:t>
            </a:r>
            <a:endParaRPr b="0" lang="de-DE" sz="15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515880" y="4797360"/>
            <a:ext cx="7919640" cy="1079280"/>
          </a:xfrm>
          <a:prstGeom prst="rect">
            <a:avLst/>
          </a:prstGeom>
          <a:noFill/>
          <a:ln w="0">
            <a:noFill/>
          </a:ln>
        </p:spPr>
        <p:txBody>
          <a:bodyPr lIns="0" rIns="0" tIns="288000" bIns="0" anchor="t">
            <a:noAutofit/>
          </a:bodyPr>
          <a:p>
            <a:pPr marL="180000" indent="-18000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000" spc="-1" strike="noStrike">
                <a:solidFill>
                  <a:schemeClr val="dk1"/>
                </a:solidFill>
                <a:latin typeface="Mont AS"/>
              </a:rPr>
              <a:t>Fußnoten eingeben</a:t>
            </a:r>
            <a:endParaRPr b="0" lang="de-DE" sz="10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body"/>
          </p:nvPr>
        </p:nvSpPr>
        <p:spPr>
          <a:xfrm>
            <a:off x="515880" y="1844640"/>
            <a:ext cx="4679640" cy="29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35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35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44" name="PlaceHolder 9"/>
          <p:cNvSpPr>
            <a:spLocks noGrp="1"/>
          </p:cNvSpPr>
          <p:nvPr>
            <p:ph type="body"/>
          </p:nvPr>
        </p:nvSpPr>
        <p:spPr>
          <a:xfrm>
            <a:off x="8796240" y="404640"/>
            <a:ext cx="2879280" cy="988560"/>
          </a:xfrm>
          <a:prstGeom prst="rect">
            <a:avLst/>
          </a:prstGeom>
          <a:noFill/>
          <a:ln w="0">
            <a:noFill/>
          </a:ln>
        </p:spPr>
        <p:txBody>
          <a:bodyPr lIns="72000" rIns="72000" tIns="36000" bIns="7200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500" spc="-1" strike="noStrike">
                <a:solidFill>
                  <a:schemeClr val="accent6">
                    <a:lumMod val="90000"/>
                  </a:schemeClr>
                </a:solidFill>
                <a:latin typeface="Mont AS"/>
              </a:rPr>
              <a:t>Logo (optional)</a:t>
            </a:r>
            <a:endParaRPr b="0" lang="de-DE" sz="15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body"/>
          </p:nvPr>
        </p:nvSpPr>
        <p:spPr>
          <a:xfrm>
            <a:off x="6095880" y="0"/>
            <a:ext cx="6095520" cy="6857640"/>
          </a:xfrm>
          <a:prstGeom prst="rect">
            <a:avLst/>
          </a:prstGeom>
          <a:solidFill>
            <a:schemeClr val="lt1">
              <a:lumMod val="50000"/>
            </a:schemeClr>
          </a:solidFill>
          <a:ln w="0">
            <a:noFill/>
          </a:ln>
        </p:spPr>
        <p:txBody>
          <a:bodyPr lIns="288000" rIns="288000" tIns="72000" bIns="144000" anchor="t">
            <a:noAutofit/>
          </a:bodyPr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500" spc="-1" strike="noStrike">
                <a:solidFill>
                  <a:schemeClr val="lt1"/>
                </a:solidFill>
                <a:latin typeface="Mont AS"/>
              </a:rPr>
              <a:t>Bild durch Klicken auf Symbol hinzufügen</a:t>
            </a:r>
            <a:endParaRPr b="0" lang="de-DE" sz="15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13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14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15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285DDCF8-5225-4F97-8826-90FA44879308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title"/>
          </p:nvPr>
        </p:nvSpPr>
        <p:spPr>
          <a:xfrm>
            <a:off x="515880" y="368640"/>
            <a:ext cx="540036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Folientitel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body"/>
          </p:nvPr>
        </p:nvSpPr>
        <p:spPr>
          <a:xfrm>
            <a:off x="515880" y="880920"/>
            <a:ext cx="540036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52" name="PlaceHolder 7"/>
          <p:cNvSpPr>
            <a:spLocks noGrp="1"/>
          </p:cNvSpPr>
          <p:nvPr>
            <p:ph type="body"/>
          </p:nvPr>
        </p:nvSpPr>
        <p:spPr>
          <a:xfrm>
            <a:off x="515880" y="1844640"/>
            <a:ext cx="4679640" cy="40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body"/>
          </p:nvPr>
        </p:nvSpPr>
        <p:spPr>
          <a:xfrm>
            <a:off x="6095880" y="0"/>
            <a:ext cx="6095520" cy="6857640"/>
          </a:xfrm>
          <a:prstGeom prst="rect">
            <a:avLst/>
          </a:prstGeom>
          <a:solidFill>
            <a:schemeClr val="lt1">
              <a:lumMod val="50000"/>
            </a:schemeClr>
          </a:solidFill>
          <a:ln w="0">
            <a:noFill/>
          </a:ln>
        </p:spPr>
        <p:txBody>
          <a:bodyPr lIns="288000" rIns="288000" tIns="72000" bIns="144000" anchor="t">
            <a:noAutofit/>
          </a:bodyPr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500" spc="-1" strike="noStrike">
                <a:solidFill>
                  <a:schemeClr val="lt1"/>
                </a:solidFill>
                <a:latin typeface="Mont AS"/>
              </a:rPr>
              <a:t>Bild durch Klicken auf Symbol hinzufügen</a:t>
            </a:r>
            <a:endParaRPr b="0" lang="de-DE" sz="15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dt" idx="16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ftr" idx="17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sldNum" idx="18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8213B48E-3DC8-4DAC-B7A6-6CFC798C5B9C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title"/>
          </p:nvPr>
        </p:nvSpPr>
        <p:spPr>
          <a:xfrm>
            <a:off x="515880" y="368640"/>
            <a:ext cx="540036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Folientitel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body"/>
          </p:nvPr>
        </p:nvSpPr>
        <p:spPr>
          <a:xfrm>
            <a:off x="515880" y="880920"/>
            <a:ext cx="5400360" cy="96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60" name="PlaceHolder 7"/>
          <p:cNvSpPr>
            <a:spLocks noGrp="1"/>
          </p:cNvSpPr>
          <p:nvPr>
            <p:ph type="body"/>
          </p:nvPr>
        </p:nvSpPr>
        <p:spPr>
          <a:xfrm>
            <a:off x="515880" y="2349360"/>
            <a:ext cx="4679640" cy="35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6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>
              <a:lumMod val="50000"/>
            </a:schemeClr>
          </a:solidFill>
          <a:ln w="0">
            <a:noFill/>
          </a:ln>
        </p:spPr>
        <p:txBody>
          <a:bodyPr lIns="288000" rIns="288000" tIns="72000" bIns="144000" anchor="t">
            <a:noAutofit/>
          </a:bodyPr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500" spc="-1" strike="noStrike">
                <a:solidFill>
                  <a:schemeClr val="lt1"/>
                </a:solidFill>
                <a:latin typeface="Mont AS"/>
              </a:rPr>
              <a:t>Bild durch Klicken auf Symbol hinzufügen</a:t>
            </a:r>
            <a:endParaRPr b="0" lang="de-DE" sz="15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dt" idx="19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chemeClr val="lt1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ftr" idx="20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lt1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chemeClr val="lt1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sldNum" idx="21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lt1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04E7759A-B290-485B-B784-A84F49EA0F03}" type="slidenum">
              <a:rPr b="0" lang="de-DE" sz="1200" spc="-1" strike="noStrike">
                <a:solidFill>
                  <a:schemeClr val="lt1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title"/>
          </p:nvPr>
        </p:nvSpPr>
        <p:spPr>
          <a:xfrm>
            <a:off x="515880" y="368640"/>
            <a:ext cx="791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lt1"/>
                </a:solidFill>
                <a:latin typeface="Mont AS Heavy"/>
              </a:rPr>
              <a:t>Folientitel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body"/>
          </p:nvPr>
        </p:nvSpPr>
        <p:spPr>
          <a:xfrm>
            <a:off x="515880" y="880920"/>
            <a:ext cx="791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lt1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 type="body"/>
          </p:nvPr>
        </p:nvSpPr>
        <p:spPr>
          <a:xfrm>
            <a:off x="486000" y="6225120"/>
            <a:ext cx="472680" cy="36000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 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69" name="PlaceHolder 8"/>
          <p:cNvSpPr>
            <a:spLocks noGrp="1"/>
          </p:cNvSpPr>
          <p:nvPr>
            <p:ph type="body"/>
          </p:nvPr>
        </p:nvSpPr>
        <p:spPr>
          <a:xfrm>
            <a:off x="515880" y="1844640"/>
            <a:ext cx="4679640" cy="40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lt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lt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lt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lt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lt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7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lt1">
              <a:lumMod val="50000"/>
            </a:schemeClr>
          </a:solidFill>
          <a:ln w="0">
            <a:noFill/>
          </a:ln>
        </p:spPr>
        <p:txBody>
          <a:bodyPr lIns="288000" rIns="288000" tIns="72000" bIns="144000" anchor="t">
            <a:noAutofit/>
          </a:bodyPr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500" spc="-1" strike="noStrike">
                <a:solidFill>
                  <a:schemeClr val="lt1"/>
                </a:solidFill>
                <a:latin typeface="Mont AS"/>
              </a:rPr>
              <a:t>Bild durch Klicken auf Symbol hinzufügen</a:t>
            </a:r>
            <a:endParaRPr b="0" lang="de-DE" sz="15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dt" idx="22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chemeClr val="lt1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chemeClr val="lt1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23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lt1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chemeClr val="lt1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24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chemeClr val="lt1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D7CECA49-CECE-400D-B90C-BDB6F51A00C2}" type="slidenum">
              <a:rPr b="0" lang="de-DE" sz="1200" spc="-1" strike="noStrike">
                <a:solidFill>
                  <a:schemeClr val="lt1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title"/>
          </p:nvPr>
        </p:nvSpPr>
        <p:spPr>
          <a:xfrm>
            <a:off x="515880" y="368640"/>
            <a:ext cx="791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lt1"/>
                </a:solidFill>
                <a:latin typeface="Mont AS Heavy"/>
              </a:rPr>
              <a:t>Folientitel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515880" y="880920"/>
            <a:ext cx="6300360" cy="96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lt1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486000" y="6225120"/>
            <a:ext cx="472680" cy="36000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 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78" name="PlaceHolder 8"/>
          <p:cNvSpPr>
            <a:spLocks noGrp="1"/>
          </p:cNvSpPr>
          <p:nvPr>
            <p:ph type="body"/>
          </p:nvPr>
        </p:nvSpPr>
        <p:spPr>
          <a:xfrm>
            <a:off x="515880" y="2349360"/>
            <a:ext cx="4679640" cy="352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lt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lt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lt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lt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lt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515880" y="2061000"/>
            <a:ext cx="4681080" cy="19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5375160" y="2061000"/>
            <a:ext cx="4681080" cy="19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510120" y="4185000"/>
            <a:ext cx="6306120" cy="169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dt" idx="25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ftr" idx="26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8"/>
          <p:cNvSpPr>
            <a:spLocks noGrp="1"/>
          </p:cNvSpPr>
          <p:nvPr>
            <p:ph type="sldNum" idx="27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EFE37290-C53D-4C23-87ED-AC8EFE2D82CE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dt" idx="28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ftr" idx="29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 type="sldNum" idx="30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408FDE34-B780-4249-92E5-B14E67EBD105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15880" y="1268640"/>
            <a:ext cx="11159640" cy="20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5200" anchor="b">
            <a:noAutofit/>
          </a:bodyPr>
          <a:p>
            <a:pPr indent="0" defTabSz="914400">
              <a:lnSpc>
                <a:spcPts val="5400"/>
              </a:lnSpc>
              <a:buNone/>
              <a:tabLst>
                <a:tab algn="l" pos="216000"/>
              </a:tabLst>
            </a:pPr>
            <a:r>
              <a:rPr b="0" lang="de-DE" sz="4600" spc="-21" strike="noStrike">
                <a:solidFill>
                  <a:schemeClr val="dk1"/>
                </a:solidFill>
                <a:latin typeface="Mont AS"/>
              </a:rPr>
              <a:t>Mastertitelformat bearbeiten</a:t>
            </a:r>
            <a:endParaRPr b="0" lang="de-DE" sz="4600" spc="-1" strike="noStrike">
              <a:solidFill>
                <a:schemeClr val="dk1"/>
              </a:solidFill>
              <a:latin typeface="Mont AS"/>
            </a:endParaRPr>
          </a:p>
        </p:txBody>
      </p:sp>
      <p:pic>
        <p:nvPicPr>
          <p:cNvPr id="96" name="Grafik 7" descr=""/>
          <p:cNvPicPr/>
          <p:nvPr/>
        </p:nvPicPr>
        <p:blipFill>
          <a:blip r:embed="rId3"/>
          <a:stretch/>
        </p:blipFill>
        <p:spPr>
          <a:xfrm>
            <a:off x="471600" y="378720"/>
            <a:ext cx="3187080" cy="493200"/>
          </a:xfrm>
          <a:prstGeom prst="rect">
            <a:avLst/>
          </a:prstGeom>
          <a:ln w="0">
            <a:noFill/>
          </a:ln>
        </p:spPr>
      </p:pic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 rot="660000">
            <a:off x="9441720" y="3186720"/>
            <a:ext cx="1391760" cy="401364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txBody>
          <a:bodyPr lIns="180000" rIns="108000" tIns="0" bIns="36000" anchor="ctr">
            <a:noAutofit/>
          </a:bodyPr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chemeClr val="lt1"/>
                </a:solidFill>
                <a:latin typeface="Mont AS Heavy"/>
              </a:rPr>
              <a:t>date ~</a:t>
            </a:r>
            <a:endParaRPr b="0" lang="de-DE" sz="26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 rot="21360000">
            <a:off x="9854640" y="2683800"/>
            <a:ext cx="1547280" cy="4013640"/>
          </a:xfrm>
          <a:prstGeom prst="rect">
            <a:avLst/>
          </a:prstGeom>
          <a:solidFill>
            <a:srgbClr val="00ff00"/>
          </a:solidFill>
          <a:ln w="0">
            <a:noFill/>
          </a:ln>
        </p:spPr>
        <p:txBody>
          <a:bodyPr lIns="180000" rIns="108000" tIns="0" bIns="36000" anchor="ctr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2600" spc="-1" strike="noStrike">
                <a:solidFill>
                  <a:schemeClr val="dk2"/>
                </a:solidFill>
                <a:latin typeface="Mont AS Heavy"/>
              </a:rPr>
              <a:t>place ~</a:t>
            </a:r>
            <a:endParaRPr b="0" lang="de-DE" sz="26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100" name="PlaceHolder 1"/>
          <p:cNvSpPr>
            <a:spLocks noGrp="1"/>
          </p:cNvSpPr>
          <p:nvPr>
            <p:ph type="dt" idx="31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32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33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37D58C53-ADB5-41DA-97EE-CEFE5EF775BE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15880" y="1844640"/>
            <a:ext cx="7919640" cy="40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dt" idx="34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ftr" idx="35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5"/>
          <p:cNvSpPr>
            <a:spLocks noGrp="1"/>
          </p:cNvSpPr>
          <p:nvPr>
            <p:ph type="sldNum" idx="36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0E34672F-371F-4FE1-BA23-BDD8501A2397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6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515880" y="1268640"/>
            <a:ext cx="11159640" cy="208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5200" anchor="b">
            <a:noAutofit/>
          </a:bodyPr>
          <a:p>
            <a:pPr indent="0" defTabSz="914400">
              <a:lnSpc>
                <a:spcPts val="5400"/>
              </a:lnSpc>
              <a:buNone/>
              <a:tabLst>
                <a:tab algn="l" pos="216000"/>
              </a:tabLst>
            </a:pPr>
            <a:r>
              <a:rPr b="0" lang="de-DE" sz="4600" spc="-21" strike="noStrike">
                <a:solidFill>
                  <a:schemeClr val="lt1"/>
                </a:solidFill>
                <a:latin typeface="Mont AS"/>
              </a:rPr>
              <a:t>Mastertitelformat bearbeiten</a:t>
            </a:r>
            <a:endParaRPr b="0" lang="de-DE" sz="46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86000" y="6225120"/>
            <a:ext cx="472680" cy="36000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 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4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15880" y="1845000"/>
            <a:ext cx="7919640" cy="403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37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ftr" idx="38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sldNum" idx="39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E68F072F-4EFA-40EC-9FF0-1D655E44EDDE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dt" idx="40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ftr" idx="41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sldNum" idx="42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D17C7D73-BBFD-45B1-9281-39E5E915349F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26" name="PlaceHolder 6"/>
          <p:cNvSpPr>
            <a:spLocks noGrp="1"/>
          </p:cNvSpPr>
          <p:nvPr>
            <p:ph type="body"/>
          </p:nvPr>
        </p:nvSpPr>
        <p:spPr>
          <a:xfrm>
            <a:off x="515880" y="1844640"/>
            <a:ext cx="7919640" cy="40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dt" idx="43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ftr" idx="44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sldNum" idx="45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0ACF8539-3A94-40C9-B130-F05E76653271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33" name="PlaceHolder 6"/>
          <p:cNvSpPr>
            <a:spLocks noGrp="1"/>
          </p:cNvSpPr>
          <p:nvPr>
            <p:ph type="body"/>
          </p:nvPr>
        </p:nvSpPr>
        <p:spPr>
          <a:xfrm>
            <a:off x="515880" y="1844640"/>
            <a:ext cx="7919640" cy="40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515880" y="1844640"/>
            <a:ext cx="4679640" cy="40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body"/>
          </p:nvPr>
        </p:nvSpPr>
        <p:spPr>
          <a:xfrm>
            <a:off x="5375160" y="1844640"/>
            <a:ext cx="6300360" cy="40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 type="dt" idx="46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 type="ftr" idx="47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PlaceHolder 6"/>
          <p:cNvSpPr>
            <a:spLocks noGrp="1"/>
          </p:cNvSpPr>
          <p:nvPr>
            <p:ph type="sldNum" idx="48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C86526BC-9EDE-4D6D-98A7-8F2EA3B4A3AD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1" name="PlaceHolder 7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rafik 14" descr=""/>
          <p:cNvPicPr/>
          <p:nvPr/>
        </p:nvPicPr>
        <p:blipFill>
          <a:blip r:embed="rId2"/>
          <a:stretch/>
        </p:blipFill>
        <p:spPr>
          <a:xfrm>
            <a:off x="486000" y="6225120"/>
            <a:ext cx="472680" cy="360000"/>
          </a:xfrm>
          <a:prstGeom prst="rect">
            <a:avLst/>
          </a:prstGeom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Mastertitelformat bearbeiten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515880" y="1844640"/>
            <a:ext cx="4679640" cy="40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5375160" y="1844640"/>
            <a:ext cx="6300360" cy="403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Mastertextformat bearbeiten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Zweite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Dritte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3" marL="864000" indent="-288000" defTabSz="360000">
              <a:lnSpc>
                <a:spcPct val="120000"/>
              </a:lnSpc>
              <a:buClr>
                <a:srgbClr val="ff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Vierte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4" marL="1152000" indent="-288000" defTabSz="360000">
              <a:lnSpc>
                <a:spcPct val="120000"/>
              </a:lnSpc>
              <a:buClr>
                <a:srgbClr val="ff00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Fünfte Ebene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dt" idx="49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999999"/>
                </a:solidFill>
                <a:latin typeface="Mont A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ftr" idx="50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&lt;footer&gt;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sldNum" idx="51"/>
          </p:nvPr>
        </p:nvSpPr>
        <p:spPr>
          <a:xfrm>
            <a:off x="10956960" y="6309360"/>
            <a:ext cx="71892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3E447E37-414F-423B-BC99-1446D1F914FF}" type="slidenum">
              <a:rPr b="0" lang="de-DE" sz="1200" spc="-1" strike="noStrike">
                <a:solidFill>
                  <a:srgbClr val="999999"/>
                </a:solidFill>
                <a:latin typeface="Mont A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PlaceHolder 7"/>
          <p:cNvSpPr>
            <a:spLocks noGrp="1"/>
          </p:cNvSpPr>
          <p:nvPr>
            <p:ph type="body"/>
          </p:nvPr>
        </p:nvSpPr>
        <p:spPr>
          <a:xfrm>
            <a:off x="515880" y="880920"/>
            <a:ext cx="11159640" cy="397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Untertitel eingeben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Printmarket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/>
          </p:nvPr>
        </p:nvSpPr>
        <p:spPr>
          <a:xfrm>
            <a:off x="515880" y="1556640"/>
            <a:ext cx="8820000" cy="43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Quantity: amount of copies send to wholesalers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Remission: Quantity – sales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Remission quota: remission / quantity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We send copies to wholesaler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Wholesaler distributes to the shops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Wholesaler has to achieve a given remission quota for different shops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That‘s how we try to take influence of the distribution to shops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dt" idx="52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5D488938-76D9-4A2D-A02E-289275CC96E2}" type="datetime3">
              <a:rPr b="0" lang="en-GB" sz="1200" spc="-1" strike="noStrike">
                <a:solidFill>
                  <a:srgbClr val="999999"/>
                </a:solidFill>
                <a:latin typeface="Mont AS"/>
              </a:rPr>
              <a:t>12 July 2026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3" name="PlaceHolder 4"/>
          <p:cNvSpPr>
            <a:spLocks noGrp="1"/>
          </p:cNvSpPr>
          <p:nvPr>
            <p:ph/>
          </p:nvPr>
        </p:nvSpPr>
        <p:spPr>
          <a:xfrm>
            <a:off x="515880" y="88092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now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54" name="Textfeld 9"/>
          <p:cNvSpPr/>
          <p:nvPr/>
        </p:nvSpPr>
        <p:spPr>
          <a:xfrm>
            <a:off x="9552240" y="2061000"/>
            <a:ext cx="129564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360000">
              <a:lnSpc>
                <a:spcPct val="120000"/>
              </a:lnSpc>
              <a:tabLst>
                <a:tab algn="l" pos="0"/>
              </a:tabLst>
            </a:pPr>
            <a:r>
              <a:rPr b="0" lang="de-DE" sz="1500" spc="-1" strike="noStrike">
                <a:solidFill>
                  <a:schemeClr val="dk1"/>
                </a:solidFill>
                <a:latin typeface="Mont AS"/>
              </a:rPr>
              <a:t>BILD einfügen was den Verlauf zeigt evtl.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4621DE5B-505D-4B06-9970-96C80F478957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rafik 8" descr=""/>
          <p:cNvPicPr/>
          <p:nvPr/>
        </p:nvPicPr>
        <p:blipFill>
          <a:blip r:embed="rId1"/>
          <a:stretch/>
        </p:blipFill>
        <p:spPr>
          <a:xfrm>
            <a:off x="3014280" y="3213000"/>
            <a:ext cx="3101400" cy="1961640"/>
          </a:xfrm>
          <a:prstGeom prst="rect">
            <a:avLst/>
          </a:prstGeom>
          <a:ln w="0">
            <a:noFill/>
          </a:ln>
        </p:spPr>
      </p:pic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Printmarket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515880" y="1269000"/>
            <a:ext cx="8820000" cy="43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Find optimal remission quota for every wholesaler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Divide every shop in sales-class (by sales mean) and variation-class (by sales standard deviation)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For every class calculate QP(transformation of RQ) – MC (market coverage) -curve: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Optimum: where marginal sales are equal for every class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Dependant on distribution of classes, every wholesaler gets another optimal RQ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ftr" idx="53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Footer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dt" idx="54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41729DCB-394C-4350-9689-BF830980FB67}" type="datetime3">
              <a:rPr b="0" lang="en-GB" sz="1200" spc="-1" strike="noStrike">
                <a:solidFill>
                  <a:srgbClr val="999999"/>
                </a:solidFill>
                <a:latin typeface="Mont AS"/>
              </a:rPr>
              <a:t>12 July 2026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0" name="PlaceHolder 5"/>
          <p:cNvSpPr>
            <a:spLocks noGrp="1"/>
          </p:cNvSpPr>
          <p:nvPr>
            <p:ph/>
          </p:nvPr>
        </p:nvSpPr>
        <p:spPr>
          <a:xfrm>
            <a:off x="515880" y="88092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now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F5A2B3F8-0D17-4B60-96B8-586600FEAE03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Printmarket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515880" y="1556640"/>
            <a:ext cx="8820000" cy="4319640"/>
          </a:xfrm>
          <a:prstGeom prst="rect">
            <a:avLst/>
          </a:prstGeom>
          <a:blipFill rotWithShape="0">
            <a:blip r:embed="rId1"/>
            <a:stretch>
              <a:fillRect l="-2008" b="-708"/>
            </a:stretch>
          </a:blipFill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800" spc="-1" strike="noStrike">
                <a:solidFill>
                  <a:srgbClr val="ffffff">
                    <a:alpha val="1000"/>
                  </a:srgbClr>
                </a:solidFill>
                <a:latin typeface="Mont AS"/>
              </a:rPr>
              <a:t> 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55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FD93951C-E80F-4C4B-9279-C3A460E179C8}" type="datetime3">
              <a:rPr b="0" lang="en-GB" sz="1200" spc="-1" strike="noStrike">
                <a:solidFill>
                  <a:srgbClr val="999999"/>
                </a:solidFill>
                <a:latin typeface="Mont AS"/>
              </a:rPr>
              <a:t>12 July 2026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515880" y="88092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Newsvendormodel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7175E7E5-6B31-4908-BD3A-74DCBBA8C9F6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Printmarket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15880" y="1556640"/>
            <a:ext cx="8820000" cy="43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Demand estimation, survival analysis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Cox proportional hazard model, better than KM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Features: 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Sales mean 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Sales std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Relative sales compared to equal shops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2" marL="576000" indent="-288000" defTabSz="360000">
              <a:lnSpc>
                <a:spcPct val="120000"/>
              </a:lnSpc>
              <a:buClr>
                <a:srgbClr val="00ff00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Sold-out-quota of shops around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ftr" idx="56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Footer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dt" idx="57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AB83872E-5B33-4375-A209-A4BFF06022A4}" type="datetime3">
              <a:rPr b="0" lang="en-GB" sz="1200" spc="-1" strike="noStrike">
                <a:solidFill>
                  <a:srgbClr val="999999"/>
                </a:solidFill>
                <a:latin typeface="Mont AS"/>
              </a:rPr>
              <a:t>12 July 2026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515880" y="88092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Newsvendormodel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pic>
        <p:nvPicPr>
          <p:cNvPr id="170" name="Grafik 10" descr=""/>
          <p:cNvPicPr/>
          <p:nvPr/>
        </p:nvPicPr>
        <p:blipFill>
          <a:blip r:embed="rId1"/>
          <a:stretch/>
        </p:blipFill>
        <p:spPr>
          <a:xfrm>
            <a:off x="6599880" y="2061000"/>
            <a:ext cx="4176000" cy="286416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F73B26CB-1C96-4D32-B9AF-3911F4F96797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15880" y="36864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914400">
              <a:lnSpc>
                <a:spcPts val="4000"/>
              </a:lnSpc>
              <a:buNone/>
              <a:tabLst>
                <a:tab algn="l" pos="216000"/>
              </a:tabLst>
            </a:pPr>
            <a:r>
              <a:rPr b="0" lang="de-DE" sz="3300" spc="-1" strike="noStrike">
                <a:solidFill>
                  <a:schemeClr val="dk2"/>
                </a:solidFill>
                <a:latin typeface="Mont AS Heavy"/>
              </a:rPr>
              <a:t>Printmarket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515880" y="1556640"/>
            <a:ext cx="8820000" cy="43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Estimation of distribution function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Empirical distribution function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lvl="1" marL="288000" indent="-288000" defTabSz="360000">
              <a:lnSpc>
                <a:spcPct val="120000"/>
              </a:lnSpc>
              <a:buClr>
                <a:srgbClr val="0000ff"/>
              </a:buClr>
              <a:buSzPct val="110000"/>
              <a:buFont typeface="Mont AS Heavy"/>
              <a:buChar char="~"/>
              <a:tabLst>
                <a:tab algn="l" pos="288000"/>
              </a:tabLst>
            </a:pPr>
            <a:r>
              <a:rPr b="0" lang="de-DE" sz="1800" spc="-1" strike="noStrike">
                <a:solidFill>
                  <a:schemeClr val="dk1"/>
                </a:solidFill>
                <a:latin typeface="Mont AS"/>
              </a:rPr>
              <a:t>Critical point: 0.88029</a:t>
            </a: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  <a:p>
            <a:pPr indent="0" defTabSz="360000">
              <a:lnSpc>
                <a:spcPct val="120000"/>
              </a:lnSpc>
              <a:buNone/>
              <a:tabLst>
                <a:tab algn="l" pos="288000"/>
              </a:tabLst>
            </a:pPr>
            <a:endParaRPr b="0" lang="de-DE" sz="1800" spc="-1" strike="noStrike">
              <a:solidFill>
                <a:schemeClr val="dk1"/>
              </a:solidFill>
              <a:latin typeface="Mont AS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ftr" idx="58"/>
          </p:nvPr>
        </p:nvSpPr>
        <p:spPr>
          <a:xfrm>
            <a:off x="2135160" y="6309360"/>
            <a:ext cx="64814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defTabSz="360000">
              <a:lnSpc>
                <a:spcPct val="120000"/>
              </a:lnSpc>
              <a:buNone/>
              <a:tabLst>
                <a:tab algn="l" pos="0"/>
              </a:tabLst>
              <a:defRPr b="0" lang="de-DE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defTabSz="36000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de-DE" sz="1200" spc="-1" strike="noStrike">
                <a:solidFill>
                  <a:srgbClr val="999999"/>
                </a:solidFill>
                <a:latin typeface="Mont AS"/>
              </a:rPr>
              <a:t>Footer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dt" idx="59"/>
          </p:nvPr>
        </p:nvSpPr>
        <p:spPr>
          <a:xfrm>
            <a:off x="8616960" y="6309360"/>
            <a:ext cx="2339640" cy="251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21600" anchor="b">
            <a:noAutofit/>
          </a:bodyPr>
          <a:lstStyle>
            <a:lvl1pPr indent="0" algn="r" defTabSz="360000">
              <a:lnSpc>
                <a:spcPct val="120000"/>
              </a:lnSpc>
              <a:buNone/>
              <a:tabLst>
                <a:tab algn="l" pos="0"/>
              </a:tabLst>
              <a:defRPr b="0" lang="en-GB" sz="1200" spc="-1" strike="noStrike">
                <a:solidFill>
                  <a:srgbClr val="999999"/>
                </a:solidFill>
                <a:latin typeface="Mont AS"/>
              </a:defRPr>
            </a:lvl1pPr>
          </a:lstStyle>
          <a:p>
            <a:pPr indent="0" algn="r" defTabSz="360000">
              <a:lnSpc>
                <a:spcPct val="120000"/>
              </a:lnSpc>
              <a:buNone/>
              <a:tabLst>
                <a:tab algn="l" pos="0"/>
              </a:tabLst>
            </a:pPr>
            <a:fld id="{97AAF49B-DC12-4BFF-B5B4-C9682C6739CC}" type="datetime3">
              <a:rPr b="0" lang="en-GB" sz="1200" spc="-1" strike="noStrike">
                <a:solidFill>
                  <a:srgbClr val="999999"/>
                </a:solidFill>
                <a:latin typeface="Mont AS"/>
              </a:rPr>
              <a:t>12 July 2026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/>
          </p:nvPr>
        </p:nvSpPr>
        <p:spPr>
          <a:xfrm>
            <a:off x="515880" y="880920"/>
            <a:ext cx="11159640" cy="51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defTabSz="360000">
              <a:lnSpc>
                <a:spcPts val="4000"/>
              </a:lnSpc>
              <a:buNone/>
              <a:tabLst>
                <a:tab algn="l" pos="0"/>
              </a:tabLst>
            </a:pPr>
            <a:r>
              <a:rPr b="0" lang="de-DE" sz="3300" spc="-21" strike="noStrike">
                <a:solidFill>
                  <a:schemeClr val="dk2"/>
                </a:solidFill>
                <a:latin typeface="Mont AS"/>
              </a:rPr>
              <a:t>Newsvendormodel</a:t>
            </a:r>
            <a:endParaRPr b="0" lang="de-DE" sz="3300" spc="-1" strike="noStrike">
              <a:solidFill>
                <a:schemeClr val="dk1"/>
              </a:solidFill>
              <a:latin typeface="Mont AS"/>
            </a:endParaRPr>
          </a:p>
        </p:txBody>
      </p:sp>
      <p:pic>
        <p:nvPicPr>
          <p:cNvPr id="176" name="Grafik 10" descr=""/>
          <p:cNvPicPr/>
          <p:nvPr/>
        </p:nvPicPr>
        <p:blipFill>
          <a:blip r:embed="rId1"/>
          <a:stretch/>
        </p:blipFill>
        <p:spPr>
          <a:xfrm>
            <a:off x="6074280" y="1124280"/>
            <a:ext cx="3528000" cy="2394720"/>
          </a:xfrm>
          <a:prstGeom prst="rect">
            <a:avLst/>
          </a:prstGeom>
          <a:ln w="0">
            <a:noFill/>
          </a:ln>
        </p:spPr>
      </p:pic>
      <p:pic>
        <p:nvPicPr>
          <p:cNvPr id="177" name="Grafik 12" descr=""/>
          <p:cNvPicPr/>
          <p:nvPr/>
        </p:nvPicPr>
        <p:blipFill>
          <a:blip r:embed="rId2"/>
          <a:stretch/>
        </p:blipFill>
        <p:spPr>
          <a:xfrm>
            <a:off x="6095880" y="3613680"/>
            <a:ext cx="3528000" cy="241956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6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030417BF-0F9A-47DC-9951-7F7AB39EF0C3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Axel Springer 2019">
  <a:themeElements>
    <a:clrScheme name="AS 2019">
      <a:dk1>
        <a:srgbClr val="000000"/>
      </a:dk1>
      <a:lt1>
        <a:srgbClr val="ffffff"/>
      </a:lt1>
      <a:dk2>
        <a:srgbClr val="0000ff"/>
      </a:dk2>
      <a:lt2>
        <a:srgbClr val="ededed"/>
      </a:lt2>
      <a:accent1>
        <a:srgbClr val="0000ff"/>
      </a:accent1>
      <a:accent2>
        <a:srgbClr val="00ff00"/>
      </a:accent2>
      <a:accent3>
        <a:srgbClr val="ff00ff"/>
      </a:accent3>
      <a:accent4>
        <a:srgbClr val="ff0000"/>
      </a:accent4>
      <a:accent5>
        <a:srgbClr val="00ffff"/>
      </a:accent5>
      <a:accent6>
        <a:srgbClr val="ededed"/>
      </a:accent6>
      <a:hlink>
        <a:srgbClr val="0000ff"/>
      </a:hlink>
      <a:folHlink>
        <a:srgbClr val="0000ff"/>
      </a:folHlink>
    </a:clrScheme>
    <a:fontScheme name="AS 2019">
      <a:majorFont>
        <a:latin typeface="Mont AS Heavy" pitchFamily="0" charset="1"/>
        <a:ea typeface=""/>
        <a:cs typeface=""/>
      </a:majorFont>
      <a:minorFont>
        <a:latin typeface="Mont A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fcfd62e-9e87-47fe-acca-f2c91e469ee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1C9573884B074E9822B326D647DF2F" ma:contentTypeVersion="12" ma:contentTypeDescription="Create a new document." ma:contentTypeScope="" ma:versionID="df6ba3a6558fd737cf9ff7f1b68d0d7c">
  <xsd:schema xmlns:xsd="http://www.w3.org/2001/XMLSchema" xmlns:xs="http://www.w3.org/2001/XMLSchema" xmlns:p="http://schemas.microsoft.com/office/2006/metadata/properties" xmlns:ns3="f8cf585b-176c-4fb2-b62b-46ba21082c8f" xmlns:ns4="3fcfd62e-9e87-47fe-acca-f2c91e469eec" targetNamespace="http://schemas.microsoft.com/office/2006/metadata/properties" ma:root="true" ma:fieldsID="2e6947b88a891c894bcf93d5a196d155" ns3:_="" ns4:_="">
    <xsd:import namespace="f8cf585b-176c-4fb2-b62b-46ba21082c8f"/>
    <xsd:import namespace="3fcfd62e-9e87-47fe-acca-f2c91e469eec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cf585b-176c-4fb2-b62b-46ba21082c8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cfd62e-9e87-47fe-acca-f2c91e469e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D73BBA-2FB6-4F42-ACF7-149C99208B52}">
  <ds:schemaRefs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3fcfd62e-9e87-47fe-acca-f2c91e469eec"/>
    <ds:schemaRef ds:uri="http://purl.org/dc/terms/"/>
    <ds:schemaRef ds:uri="f8cf585b-176c-4fb2-b62b-46ba21082c8f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2F3078E-764A-41EA-B282-8FF09D875C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6AD4B1-1075-4518-A4CF-2137C45752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cf585b-176c-4fb2-b62b-46ba21082c8f"/>
    <ds:schemaRef ds:uri="3fcfd62e-9e87-47fe-acca-f2c91e469e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Axel Springer Template 2021</Template>
  <TotalTime>0</TotalTime>
  <Application>LibreOffice/24.2.7.2$Linux_X86_64 LibreOffice_project/420$Build-2</Application>
  <AppVersion>15.0000</AppVersion>
  <Words>258</Words>
  <Paragraphs>80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2023-03-22T12:46:47Z</dcterms:created>
  <dc:creator>Schreiber, Oliver</dc:creator>
  <dc:description/>
  <dc:language>en-US</dc:language>
  <cp:lastModifiedBy/>
  <dcterms:modified xsi:type="dcterms:W3CDTF">2026-07-12T15:46:25Z</dcterms:modified>
  <cp:revision>5</cp:revision>
  <dc:subject/>
  <dc:title>Inventory optimisation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0x0101003B1C9573884B074E9822B326D647DF2F</vt:lpwstr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